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1"/>
    <p:sldId id="266" r:id="rId13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9F04E8-D2B4-42D4-B8CE-6FCC3FDD1B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264857-C928-4217-89B5-72BDBAD364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9E3D2E-AC7B-44F3-9E66-CFF5088B1A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C7F7D8-D6DF-4BBF-AFD6-70D41B8D05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C76758-54D9-4F66-AB88-C929FFAED7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FF8A77-FF2F-4DF5-BE55-F0442508C6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5BC269-D79B-4E33-9FC7-9CCF89E907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CA126C-450E-4C72-A52F-8C22A3C16F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2F3F06-A9C6-4667-801F-F72AEB10CF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FF76EC-AC15-4B8D-B71D-CBA4D477E2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196B40-9368-420B-9B80-920EA30F8B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ScholarSetu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AI-Powered Scholarship Assistant</a:t>
            </a:r>
            <a:endParaRPr lang="en-IN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IN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Democratizing access to government scholarships with conversational AI.</a:t>
            </a:r>
            <a:endParaRPr lang="en-IN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 Statement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Fragmented Portals: Students face 50+ central &amp; state schemes across different websites.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Complex Applications: Long English forms, confusing criteria, and language barriers.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Verification Bottlenecks: Manual document verification causes massive delays (months).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Lack of Awareness: 40%+ eligible students never apply due to lack of awareness.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Duplicate Applications: No cross-verification leads to fund leakage and fraud.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Solution / Overview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Conversational Interface: Discover and apply via a friendly WhatsApp-like chat.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Smart Matching: AI automatically matches profiles against 500+ scheme criteria.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Real-time Document Verification: Built-in OCR for auto-filling and verification.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Bilingual Support: Hindi and English voice/text capabilities.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 Auto-filling: Instantly generates exact government forms pre-filled with data.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Features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Dynamic Data Collection: Skips irrelevant questions based on context (e.g. state domicile).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OCR &amp; Entity Cross-Referencing: Extracts text from Aadhaar/PAN/Marksheets and checks for mismatches.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Fraud Prevention: Real-time PAN card uniqueness checks.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Multi-Modal Access: Uses Web Speech API for STT and TTS in Hindi/English.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Deterministic Matching Engine: Strict criteria evaluation + achievement-based score multipliers.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Admin Dashboard: Specialized portal for manual verification of low-confidence OCR documents.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Technology Stack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Frontend: React.js (Vite), Tailwind CSS (v3), Lucide React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Backend: FastAPI, Python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Database &amp; Storage: SQLite, SQLAlchemy (Async)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Validation: Pydantic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AI/ML &amp; Utilities: Tesseract OCR (pytesseract), Pillow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Integrations: Web Speech API, Google OAuth2 (@react-oauth/google)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 Architecture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8229600" cy="3705419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r>
              <a:rPr sz="3600"/>
              <a:t>Frontend &amp; Backend Implementation</a:t>
            </a: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rPr sz="2000"/>
              <a:t>Frontend (React/Vite): Component-based UI with responsive chat, real-time Hindi localization, and secure state management hooks.</a:t>
            </a:r>
          </a:p>
          <a:p>
            <a:r>
              <a:rPr sz="2000"/>
              <a:t>Backend (FastAPI): Separated routes handling deterministic DAG state machines for conversational flow.</a:t>
            </a:r>
          </a:p>
          <a:p>
            <a:r>
              <a:rPr sz="2000"/>
              <a:t>OCR &amp; Matching Engine: Pillow+pytesseract for extraction; strict deterministic evaluator for eligibility.</a:t>
            </a:r>
          </a:p>
          <a:p>
            <a:r>
              <a:rPr sz="2000"/>
              <a:t>Resilience: Lazy Evaluation via context maps avoids eager evaluation crashes on mismatched types.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Backend Implementation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FastAPI Routes: Separated logically (admin.py, chat.py, documents.py, scholarships.py).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Chatbot Service (DAG): Dynamically skips branches like 'ask_samagra' for non-MP residents.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OCR Service: Pillow + pytesseract extracts entities and returns confidence scores.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Matching Engine: Deterministic evaluator checks BPL, income thresholds, and MP board vs CBSE.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Lazy Evaluation: Context maps avoid Python eager evaluation crashes on mismatched types.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End-to-End Workflow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76" descr="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869" y="1645920"/>
            <a:ext cx="6162260" cy="45720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Technical Highlights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Deterministic State Machine: Robust DAG implementation avoids LLM hallucination in data collection.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Edge-Case Handling: 'pending_confirmation_step' catches typos before DB commit.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Performance: Asynchronous SQLAlchemy queries for non-blocking operations.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Seamless Pydantic Validation: Enforces strict Regex for PAN and Aadhaar natively in APIs.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Vite Proxy Setup: Configured to handle IPv4/IPv6 localhost resolution issues.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r>
              <a:rPr sz="3600"/>
              <a:t>Challenges &amp; Future Scope</a:t>
            </a: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r>
              <a:rPr sz="2000"/>
              <a:t>Challenges Solved: Handled IPv6/IPv4 Vite proxy conflicts, state machine crashes via lazy evaluation, and strict Pydantic UI prop mapping.</a:t>
            </a:r>
          </a:p>
          <a:p>
            <a:r>
              <a:rPr sz="2000"/>
              <a:t>Future - DigiLocker &amp; Aadhaar: True zero-upload document verification and biometric/OTP demographic mapping.</a:t>
            </a:r>
          </a:p>
          <a:p>
            <a:r>
              <a:rPr sz="2000"/>
              <a:t>Future - PFMS/DBT: Tracking direct benefit transfers directly in the dashboard.</a:t>
            </a:r>
          </a:p>
          <a:p>
            <a:r>
              <a:rPr sz="2000"/>
              <a:t>Future - Scale &amp; Analytics: Federated deployment with predictive analytics for scheme effectiveness and dropout prevention.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Improvements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Integration with DigiLocker API: True zero-upload document verification.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Aadhaar e-KYC: Replaces manual entry with biometric/OTP verified demographic data.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PFMS/DBT Integration: Tracking direct benefit transfers directly in the dashboard.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Federated Deployment: Scaling the architecture for state-wide load.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Predictive Analytics: Government dashboard to predict dropouts and scheme effectiveness.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ScholarSetu is a fully functional, AI-driven bridge between citizens and the government.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Eliminates friction through conversational interfaces and real-time OCR.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Designed explicitly for accessibility (Hindi, Voice) and security (Fraud prevention).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"Every eligible student in India should discover, apply for, and receive scholarships — with zero friction."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2026-09-26T18:29:50Z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